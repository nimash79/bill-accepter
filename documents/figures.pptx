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AD09-D253-1CD1-52E2-65413092B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BA890-F742-4E23-BB10-3006A200B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B8585-880A-2923-8E74-AA32362DF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E7655-6127-48E3-9ABE-7B1EAE23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38BF7-FF29-7815-5634-EA6CF23C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2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03CA-9C66-6FBB-E297-09702597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35CA-52BC-ED6A-40EA-BF21528DD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388A4-D9BB-59C1-785C-AEBE74AF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3E58B-415C-859B-6BBE-397BE4C3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D103A-9A2D-778A-87C1-480AA7EB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5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58B2-7572-64C4-A8D2-A9C8CEE9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6B3C-E861-2FD7-CF39-C4347257A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F7CC0-0E81-ABDC-BA02-1392F20A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45784-F4F4-9A57-728A-3684FC6A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55CA0-7946-9BB3-AFD0-F89ABCCB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0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F21E-2FAE-922C-B03A-5E43209A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5598-17F5-83CF-154F-82E689C73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4A260-D2CE-AFD4-3392-1E46C68BF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CA3E5-CC88-E440-B0E5-68E152A4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BCF72-145A-0B26-9254-CF981AEB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5A760-AD44-DBE3-8A57-EF5AF48E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8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537A-26F9-FBD3-B672-C0CC61E71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6475B-9DC3-1EF2-C509-A52D3E13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83A54-75CF-3760-176E-BCA0D7051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38815-558F-A0C6-0627-63BF53DAA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3ED1D-4A0B-DEA1-F607-7F117D703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69EB8-43C5-B07E-767B-B1C9BD5A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B34E0-C0E7-F5C6-E7CB-DE2630B7C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CF6FB-239E-3F26-B249-D062A697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8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140D-A8B9-6F0F-08E4-6F43500F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BA7AC-FC56-6946-5723-ACDB56B9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D517F-FB1A-29E1-B94C-7FBEC285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E07B2-0B57-CF05-3AC6-08ED0ABC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B2610-0C76-F532-0883-172DF177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19C2C-DA18-9F8D-AF0A-8F836855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A91B4-154C-4CE5-909D-820F42EF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9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131F-3DEE-1179-E687-068BFD51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BA36-E2A8-6493-2AC0-54AFB1FB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E5FF3-DDD5-9F4B-3599-3CC23DF90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2C0EA-39CA-3C46-7E39-444D24DF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CFFDC-9605-E6F7-B6B2-4E50A35B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63EBD-0DA2-C837-FCE1-8806886C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6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1755-8166-5961-09AC-6BD8F254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55314-5CC1-4D8E-08BB-48ABDDFC2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2A0A1-ABAA-6FED-4F86-2CE2A8871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B386B-5028-16F5-5CA4-E03CDE74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C1F40-80AE-11D2-021E-7BAF399B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43656-4980-ED6F-159D-7C61AEFC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6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B18A-0C5B-131E-8D86-05C7A200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2F2CD-49AE-C416-7BBB-232C7067C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64D0F-8068-D18F-F922-3DDE557D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D7A58-BE00-94C7-A63F-676531F2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3130-B7FE-2A63-305A-B1BD7A1E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0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6C3C4-0B47-A914-3510-AF228E15C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81BA3-9A7F-A309-1C6D-68510C9E0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0DB53-9BEF-EFF3-0884-CD4E1AA6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FAFDA-82E4-9F8D-D112-CCD3E724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106A-CAB7-7256-0A16-AC022E4F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4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8AD3D-068A-BACC-7766-1E722965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86D30-4618-CAAF-B3D7-DC497F7F0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E582E-ED4F-1D85-B43E-49F02DB59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3462-8B63-4C87-8AB7-4369B13E18A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D1D61-4DE8-7228-3BC1-8EC40F936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15BAD-4C18-F5CD-6269-E29C69F81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33C30-F118-44CD-B386-9DE0266B0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3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615FA7-E732-D901-38BF-2F62C4E862F0}"/>
              </a:ext>
            </a:extLst>
          </p:cNvPr>
          <p:cNvSpPr/>
          <p:nvPr/>
        </p:nvSpPr>
        <p:spPr>
          <a:xfrm>
            <a:off x="2438398" y="1327358"/>
            <a:ext cx="2438401" cy="557784"/>
          </a:xfrm>
          <a:prstGeom prst="roundRect">
            <a:avLst>
              <a:gd name="adj" fmla="val 37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Amount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CC1FD0-0F06-F01D-9EF8-957E7D6F1033}"/>
              </a:ext>
            </a:extLst>
          </p:cNvPr>
          <p:cNvSpPr/>
          <p:nvPr/>
        </p:nvSpPr>
        <p:spPr>
          <a:xfrm>
            <a:off x="7315200" y="1327358"/>
            <a:ext cx="2438401" cy="557784"/>
          </a:xfrm>
          <a:prstGeom prst="roundRect">
            <a:avLst>
              <a:gd name="adj" fmla="val 39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Fake/Real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50932D-91E7-2746-95DA-FC9726DCBB78}"/>
              </a:ext>
            </a:extLst>
          </p:cNvPr>
          <p:cNvSpPr/>
          <p:nvPr/>
        </p:nvSpPr>
        <p:spPr>
          <a:xfrm>
            <a:off x="2432047" y="2237972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Detection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A14E41-558F-EE04-0287-2454A8FC6DD1}"/>
              </a:ext>
            </a:extLst>
          </p:cNvPr>
          <p:cNvCxnSpPr>
            <a:endCxn id="13" idx="0"/>
          </p:cNvCxnSpPr>
          <p:nvPr/>
        </p:nvCxnSpPr>
        <p:spPr>
          <a:xfrm flipH="1">
            <a:off x="3651248" y="1885142"/>
            <a:ext cx="6351" cy="352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D9B3430-603F-CFE7-7295-79F56B0876B1}"/>
              </a:ext>
            </a:extLst>
          </p:cNvPr>
          <p:cNvSpPr/>
          <p:nvPr/>
        </p:nvSpPr>
        <p:spPr>
          <a:xfrm>
            <a:off x="4870448" y="3349119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D6E9F8-130E-E25A-52F7-6AEBADA86910}"/>
              </a:ext>
            </a:extLst>
          </p:cNvPr>
          <p:cNvCxnSpPr>
            <a:cxnSpLocks/>
            <a:stCxn id="20" idx="2"/>
            <a:endCxn id="44" idx="0"/>
          </p:cNvCxnSpPr>
          <p:nvPr/>
        </p:nvCxnSpPr>
        <p:spPr>
          <a:xfrm flipH="1">
            <a:off x="6089648" y="3906903"/>
            <a:ext cx="1" cy="326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BE3C013-570D-EECF-6E8A-5A62BBCB9FD2}"/>
              </a:ext>
            </a:extLst>
          </p:cNvPr>
          <p:cNvSpPr/>
          <p:nvPr/>
        </p:nvSpPr>
        <p:spPr>
          <a:xfrm>
            <a:off x="7321552" y="2237972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Pre-processing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1078C2-C80A-0989-A661-A48DD5028D8A}"/>
              </a:ext>
            </a:extLst>
          </p:cNvPr>
          <p:cNvCxnSpPr>
            <a:endCxn id="27" idx="0"/>
          </p:cNvCxnSpPr>
          <p:nvPr/>
        </p:nvCxnSpPr>
        <p:spPr>
          <a:xfrm>
            <a:off x="8534401" y="1885142"/>
            <a:ext cx="6352" cy="352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3077AC4-A2B7-0DD1-CA65-C7B5E99B9C02}"/>
              </a:ext>
            </a:extLst>
          </p:cNvPr>
          <p:cNvCxnSpPr>
            <a:stCxn id="27" idx="2"/>
            <a:endCxn id="20" idx="0"/>
          </p:cNvCxnSpPr>
          <p:nvPr/>
        </p:nvCxnSpPr>
        <p:spPr>
          <a:xfrm rot="5400000">
            <a:off x="7038520" y="1846885"/>
            <a:ext cx="553363" cy="2451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ED275B0-64DD-0F48-11A8-7B9441C4E959}"/>
              </a:ext>
            </a:extLst>
          </p:cNvPr>
          <p:cNvCxnSpPr>
            <a:stCxn id="13" idx="2"/>
            <a:endCxn id="20" idx="0"/>
          </p:cNvCxnSpPr>
          <p:nvPr/>
        </p:nvCxnSpPr>
        <p:spPr>
          <a:xfrm rot="16200000" flipH="1">
            <a:off x="4593767" y="1853236"/>
            <a:ext cx="553363" cy="24384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312E698-D7E6-165D-8CFA-36863149BC2C}"/>
              </a:ext>
            </a:extLst>
          </p:cNvPr>
          <p:cNvCxnSpPr>
            <a:cxnSpLocks/>
            <a:stCxn id="95" idx="4"/>
            <a:endCxn id="7" idx="0"/>
          </p:cNvCxnSpPr>
          <p:nvPr/>
        </p:nvCxnSpPr>
        <p:spPr>
          <a:xfrm rot="5400000">
            <a:off x="4592433" y="-176209"/>
            <a:ext cx="568733" cy="24384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5F03524-D8F8-59D8-4F8D-55A646A0D74E}"/>
              </a:ext>
            </a:extLst>
          </p:cNvPr>
          <p:cNvCxnSpPr>
            <a:cxnSpLocks/>
            <a:stCxn id="95" idx="4"/>
            <a:endCxn id="8" idx="0"/>
          </p:cNvCxnSpPr>
          <p:nvPr/>
        </p:nvCxnSpPr>
        <p:spPr>
          <a:xfrm rot="16200000" flipH="1">
            <a:off x="7030834" y="-176210"/>
            <a:ext cx="568733" cy="2438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418A15D1-49B6-93EF-4641-73FDB1E89B51}"/>
              </a:ext>
            </a:extLst>
          </p:cNvPr>
          <p:cNvSpPr/>
          <p:nvPr/>
        </p:nvSpPr>
        <p:spPr>
          <a:xfrm>
            <a:off x="1950268" y="2312843"/>
            <a:ext cx="408039" cy="408039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3DD789EB-C590-3403-8D5E-7BB0F430C6DD}"/>
              </a:ext>
            </a:extLst>
          </p:cNvPr>
          <p:cNvSpPr/>
          <p:nvPr/>
        </p:nvSpPr>
        <p:spPr>
          <a:xfrm>
            <a:off x="9833693" y="2312844"/>
            <a:ext cx="408039" cy="408039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8BD8A4D6-02C4-D95D-3C49-6E77A6C83258}"/>
              </a:ext>
            </a:extLst>
          </p:cNvPr>
          <p:cNvSpPr/>
          <p:nvPr/>
        </p:nvSpPr>
        <p:spPr>
          <a:xfrm>
            <a:off x="4870448" y="4233724"/>
            <a:ext cx="2438400" cy="116758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3003786-718E-180B-C462-5728E5917881}"/>
              </a:ext>
            </a:extLst>
          </p:cNvPr>
          <p:cNvCxnSpPr>
            <a:cxnSpLocks/>
            <a:stCxn id="44" idx="2"/>
            <a:endCxn id="92" idx="0"/>
          </p:cNvCxnSpPr>
          <p:nvPr/>
        </p:nvCxnSpPr>
        <p:spPr>
          <a:xfrm>
            <a:off x="6089648" y="5401305"/>
            <a:ext cx="0" cy="547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72D353-EBE6-E5D6-7879-A7581EFC454E}"/>
              </a:ext>
            </a:extLst>
          </p:cNvPr>
          <p:cNvSpPr txBox="1"/>
          <p:nvPr/>
        </p:nvSpPr>
        <p:spPr>
          <a:xfrm>
            <a:off x="7187636" y="4460266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64826A-4635-2F54-124D-00D4E69A5664}"/>
              </a:ext>
            </a:extLst>
          </p:cNvPr>
          <p:cNvSpPr txBox="1"/>
          <p:nvPr/>
        </p:nvSpPr>
        <p:spPr>
          <a:xfrm>
            <a:off x="5608584" y="5352592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9" name="Flowchart: Decision 78">
            <a:extLst>
              <a:ext uri="{FF2B5EF4-FFF2-40B4-BE49-F238E27FC236}">
                <a16:creationId xmlns:a16="http://schemas.microsoft.com/office/drawing/2014/main" id="{06260DEB-F86B-A212-338F-CCE3D4C92DCE}"/>
              </a:ext>
            </a:extLst>
          </p:cNvPr>
          <p:cNvSpPr/>
          <p:nvPr/>
        </p:nvSpPr>
        <p:spPr>
          <a:xfrm>
            <a:off x="7576679" y="4233724"/>
            <a:ext cx="2438400" cy="116758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real?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5A9C58A-D817-0062-BB69-AA86E5A56A58}"/>
              </a:ext>
            </a:extLst>
          </p:cNvPr>
          <p:cNvCxnSpPr>
            <a:stCxn id="44" idx="3"/>
            <a:endCxn id="79" idx="1"/>
          </p:cNvCxnSpPr>
          <p:nvPr/>
        </p:nvCxnSpPr>
        <p:spPr>
          <a:xfrm>
            <a:off x="7308848" y="4817515"/>
            <a:ext cx="26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A590B9E8-BC7B-182A-112C-5FC72E816195}"/>
              </a:ext>
            </a:extLst>
          </p:cNvPr>
          <p:cNvCxnSpPr>
            <a:stCxn id="79" idx="3"/>
            <a:endCxn id="44" idx="0"/>
          </p:cNvCxnSpPr>
          <p:nvPr/>
        </p:nvCxnSpPr>
        <p:spPr>
          <a:xfrm flipH="1" flipV="1">
            <a:off x="6089648" y="4233724"/>
            <a:ext cx="3925431" cy="583791"/>
          </a:xfrm>
          <a:prstGeom prst="bentConnector4">
            <a:avLst>
              <a:gd name="adj1" fmla="val -5824"/>
              <a:gd name="adj2" fmla="val 1391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803F044-3089-F137-48BB-5C6F69F22646}"/>
              </a:ext>
            </a:extLst>
          </p:cNvPr>
          <p:cNvSpPr txBox="1"/>
          <p:nvPr/>
        </p:nvSpPr>
        <p:spPr>
          <a:xfrm>
            <a:off x="9736500" y="4340953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8B38CBF9-95A6-C465-907F-4A9AAB61E939}"/>
              </a:ext>
            </a:extLst>
          </p:cNvPr>
          <p:cNvCxnSpPr>
            <a:cxnSpLocks/>
            <a:stCxn id="79" idx="2"/>
            <a:endCxn id="92" idx="6"/>
          </p:cNvCxnSpPr>
          <p:nvPr/>
        </p:nvCxnSpPr>
        <p:spPr>
          <a:xfrm rot="5400000">
            <a:off x="7196197" y="4717543"/>
            <a:ext cx="915921" cy="22834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FC9861F-74B8-2D1F-E356-C69F4DE3AC93}"/>
              </a:ext>
            </a:extLst>
          </p:cNvPr>
          <p:cNvSpPr txBox="1"/>
          <p:nvPr/>
        </p:nvSpPr>
        <p:spPr>
          <a:xfrm>
            <a:off x="8285625" y="5352592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10F5C048-C45A-6D4C-A9CA-12569137F99F}"/>
              </a:ext>
            </a:extLst>
          </p:cNvPr>
          <p:cNvSpPr/>
          <p:nvPr/>
        </p:nvSpPr>
        <p:spPr>
          <a:xfrm>
            <a:off x="5666861" y="5948516"/>
            <a:ext cx="845574" cy="7374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</a:t>
            </a:r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62CF36D1-A420-ADD1-5B81-B965850D9435}"/>
              </a:ext>
            </a:extLst>
          </p:cNvPr>
          <p:cNvSpPr/>
          <p:nvPr/>
        </p:nvSpPr>
        <p:spPr>
          <a:xfrm>
            <a:off x="5644650" y="27053"/>
            <a:ext cx="902698" cy="73157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4836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0FB3-251E-3645-7647-5012AB25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C4A061-8CB5-6245-8D28-D1EE93D9CD71}"/>
              </a:ext>
            </a:extLst>
          </p:cNvPr>
          <p:cNvSpPr/>
          <p:nvPr/>
        </p:nvSpPr>
        <p:spPr>
          <a:xfrm>
            <a:off x="2438398" y="1327358"/>
            <a:ext cx="2438401" cy="557784"/>
          </a:xfrm>
          <a:prstGeom prst="roundRect">
            <a:avLst>
              <a:gd name="adj" fmla="val 37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Amount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F16162-05E1-AD02-B2A0-CA133F73C5F6}"/>
              </a:ext>
            </a:extLst>
          </p:cNvPr>
          <p:cNvSpPr/>
          <p:nvPr/>
        </p:nvSpPr>
        <p:spPr>
          <a:xfrm>
            <a:off x="7315200" y="1327358"/>
            <a:ext cx="2438401" cy="557784"/>
          </a:xfrm>
          <a:prstGeom prst="roundRect">
            <a:avLst>
              <a:gd name="adj" fmla="val 39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Fake/Real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0C076A-B34A-DF04-6EBF-2653FA52F150}"/>
              </a:ext>
            </a:extLst>
          </p:cNvPr>
          <p:cNvSpPr/>
          <p:nvPr/>
        </p:nvSpPr>
        <p:spPr>
          <a:xfrm>
            <a:off x="2432047" y="2237972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Detection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3E1352-3BB1-31EB-672C-F3F7A760A19D}"/>
              </a:ext>
            </a:extLst>
          </p:cNvPr>
          <p:cNvCxnSpPr>
            <a:endCxn id="13" idx="0"/>
          </p:cNvCxnSpPr>
          <p:nvPr/>
        </p:nvCxnSpPr>
        <p:spPr>
          <a:xfrm flipH="1">
            <a:off x="3651248" y="1885142"/>
            <a:ext cx="6351" cy="352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91D8DF0-764B-4B08-65AD-DF653832644F}"/>
              </a:ext>
            </a:extLst>
          </p:cNvPr>
          <p:cNvSpPr/>
          <p:nvPr/>
        </p:nvSpPr>
        <p:spPr>
          <a:xfrm>
            <a:off x="7321552" y="2237972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Pre-processing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1423AC-46A1-3C6B-A528-5EC6DE81CA93}"/>
              </a:ext>
            </a:extLst>
          </p:cNvPr>
          <p:cNvCxnSpPr>
            <a:endCxn id="27" idx="0"/>
          </p:cNvCxnSpPr>
          <p:nvPr/>
        </p:nvCxnSpPr>
        <p:spPr>
          <a:xfrm>
            <a:off x="8534401" y="1885142"/>
            <a:ext cx="6352" cy="352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4EE1955D-385D-02C3-9624-2C57214716DB}"/>
              </a:ext>
            </a:extLst>
          </p:cNvPr>
          <p:cNvSpPr/>
          <p:nvPr/>
        </p:nvSpPr>
        <p:spPr>
          <a:xfrm>
            <a:off x="1950268" y="2312843"/>
            <a:ext cx="408039" cy="408039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E1BBE850-037C-3766-1CB9-0A1F0BA55538}"/>
              </a:ext>
            </a:extLst>
          </p:cNvPr>
          <p:cNvSpPr/>
          <p:nvPr/>
        </p:nvSpPr>
        <p:spPr>
          <a:xfrm>
            <a:off x="9833693" y="2312844"/>
            <a:ext cx="408039" cy="408039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16E1BB7-E28C-0D93-B3F4-DF8ED7A5F02B}"/>
              </a:ext>
            </a:extLst>
          </p:cNvPr>
          <p:cNvSpPr/>
          <p:nvPr/>
        </p:nvSpPr>
        <p:spPr>
          <a:xfrm>
            <a:off x="2432047" y="4208782"/>
            <a:ext cx="2438400" cy="116758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61692FED-BFE2-5D95-9DA3-1412141A7FD2}"/>
              </a:ext>
            </a:extLst>
          </p:cNvPr>
          <p:cNvSpPr/>
          <p:nvPr/>
        </p:nvSpPr>
        <p:spPr>
          <a:xfrm>
            <a:off x="3228460" y="5846784"/>
            <a:ext cx="845574" cy="7374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02CAAEA-2358-7551-DCC1-6D0677C9C6A4}"/>
              </a:ext>
            </a:extLst>
          </p:cNvPr>
          <p:cNvCxnSpPr>
            <a:cxnSpLocks/>
            <a:stCxn id="44" idx="2"/>
            <a:endCxn id="58" idx="0"/>
          </p:cNvCxnSpPr>
          <p:nvPr/>
        </p:nvCxnSpPr>
        <p:spPr>
          <a:xfrm>
            <a:off x="3651247" y="5376363"/>
            <a:ext cx="0" cy="470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95DC209-3A8D-C342-B1B8-CD5FDEAA433D}"/>
              </a:ext>
            </a:extLst>
          </p:cNvPr>
          <p:cNvSpPr txBox="1"/>
          <p:nvPr/>
        </p:nvSpPr>
        <p:spPr>
          <a:xfrm>
            <a:off x="2183271" y="4366558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8738BF-D5B0-4ADF-CAA1-D3EC8A3CB269}"/>
              </a:ext>
            </a:extLst>
          </p:cNvPr>
          <p:cNvSpPr txBox="1"/>
          <p:nvPr/>
        </p:nvSpPr>
        <p:spPr>
          <a:xfrm>
            <a:off x="3097260" y="5352592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9" name="Flowchart: Decision 78">
            <a:extLst>
              <a:ext uri="{FF2B5EF4-FFF2-40B4-BE49-F238E27FC236}">
                <a16:creationId xmlns:a16="http://schemas.microsoft.com/office/drawing/2014/main" id="{0CD8939B-B62D-1350-47BF-796411063191}"/>
              </a:ext>
            </a:extLst>
          </p:cNvPr>
          <p:cNvSpPr/>
          <p:nvPr/>
        </p:nvSpPr>
        <p:spPr>
          <a:xfrm>
            <a:off x="7321553" y="4233724"/>
            <a:ext cx="2438400" cy="116758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B784008-FB88-D167-762D-E3749EA20E92}"/>
              </a:ext>
            </a:extLst>
          </p:cNvPr>
          <p:cNvSpPr txBox="1"/>
          <p:nvPr/>
        </p:nvSpPr>
        <p:spPr>
          <a:xfrm>
            <a:off x="6898765" y="4458740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F458352-B0D7-5C9B-3861-E6428A624F71}"/>
              </a:ext>
            </a:extLst>
          </p:cNvPr>
          <p:cNvCxnSpPr>
            <a:stCxn id="79" idx="2"/>
            <a:endCxn id="58" idx="6"/>
          </p:cNvCxnSpPr>
          <p:nvPr/>
        </p:nvCxnSpPr>
        <p:spPr>
          <a:xfrm rot="5400000">
            <a:off x="5900300" y="3575040"/>
            <a:ext cx="814189" cy="4466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D78E157-858C-DE3E-3BE4-0ED922CDA2A1}"/>
              </a:ext>
            </a:extLst>
          </p:cNvPr>
          <p:cNvSpPr txBox="1"/>
          <p:nvPr/>
        </p:nvSpPr>
        <p:spPr>
          <a:xfrm>
            <a:off x="8285625" y="5352592"/>
            <a:ext cx="51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EF549-03D5-14CA-4047-0D7555B83F69}"/>
              </a:ext>
            </a:extLst>
          </p:cNvPr>
          <p:cNvSpPr/>
          <p:nvPr/>
        </p:nvSpPr>
        <p:spPr>
          <a:xfrm>
            <a:off x="7321552" y="3150108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6D4C7-DAB8-F44B-AF92-D5DDC760F2DC}"/>
              </a:ext>
            </a:extLst>
          </p:cNvPr>
          <p:cNvSpPr/>
          <p:nvPr/>
        </p:nvSpPr>
        <p:spPr>
          <a:xfrm>
            <a:off x="2438398" y="3116831"/>
            <a:ext cx="2438401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CC5117-75E8-08FE-F2DD-EB40D57DB0E2}"/>
              </a:ext>
            </a:extLst>
          </p:cNvPr>
          <p:cNvCxnSpPr>
            <a:stCxn id="27" idx="2"/>
            <a:endCxn id="2" idx="0"/>
          </p:cNvCxnSpPr>
          <p:nvPr/>
        </p:nvCxnSpPr>
        <p:spPr>
          <a:xfrm>
            <a:off x="8540753" y="2795756"/>
            <a:ext cx="0" cy="354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625ED0-7761-6CA7-3EBA-B16D985F159B}"/>
              </a:ext>
            </a:extLst>
          </p:cNvPr>
          <p:cNvCxnSpPr>
            <a:stCxn id="13" idx="2"/>
            <a:endCxn id="3" idx="0"/>
          </p:cNvCxnSpPr>
          <p:nvPr/>
        </p:nvCxnSpPr>
        <p:spPr>
          <a:xfrm>
            <a:off x="3651248" y="2795756"/>
            <a:ext cx="6351" cy="32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DF2921-5DC1-5AB0-5731-F4D1A5DDAD8D}"/>
              </a:ext>
            </a:extLst>
          </p:cNvPr>
          <p:cNvCxnSpPr>
            <a:stCxn id="2" idx="2"/>
            <a:endCxn id="79" idx="0"/>
          </p:cNvCxnSpPr>
          <p:nvPr/>
        </p:nvCxnSpPr>
        <p:spPr>
          <a:xfrm>
            <a:off x="8540753" y="3707892"/>
            <a:ext cx="0" cy="5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6FAED6-B270-2D3B-B3FB-7BF3D25D731C}"/>
              </a:ext>
            </a:extLst>
          </p:cNvPr>
          <p:cNvCxnSpPr>
            <a:stCxn id="3" idx="2"/>
            <a:endCxn id="44" idx="0"/>
          </p:cNvCxnSpPr>
          <p:nvPr/>
        </p:nvCxnSpPr>
        <p:spPr>
          <a:xfrm flipH="1">
            <a:off x="3651247" y="3674615"/>
            <a:ext cx="6352" cy="534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1608387-6466-3D5C-09CC-9F87CDB81DB3}"/>
              </a:ext>
            </a:extLst>
          </p:cNvPr>
          <p:cNvCxnSpPr>
            <a:stCxn id="44" idx="1"/>
            <a:endCxn id="44" idx="0"/>
          </p:cNvCxnSpPr>
          <p:nvPr/>
        </p:nvCxnSpPr>
        <p:spPr>
          <a:xfrm rot="10800000" flipH="1">
            <a:off x="2432047" y="4208783"/>
            <a:ext cx="1219200" cy="583791"/>
          </a:xfrm>
          <a:prstGeom prst="bentConnector4">
            <a:avLst>
              <a:gd name="adj1" fmla="val -18750"/>
              <a:gd name="adj2" fmla="val 1391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50A364C-A866-F588-D22D-6AA7082ADAF4}"/>
              </a:ext>
            </a:extLst>
          </p:cNvPr>
          <p:cNvCxnSpPr>
            <a:stCxn id="79" idx="1"/>
            <a:endCxn id="7" idx="3"/>
          </p:cNvCxnSpPr>
          <p:nvPr/>
        </p:nvCxnSpPr>
        <p:spPr>
          <a:xfrm rot="10800000">
            <a:off x="4876799" y="1606251"/>
            <a:ext cx="2444754" cy="3211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D44A0D-4637-E3AF-4CF7-203A61D609CC}"/>
              </a:ext>
            </a:extLst>
          </p:cNvPr>
          <p:cNvCxnSpPr>
            <a:cxnSpLocks/>
            <a:stCxn id="38" idx="4"/>
            <a:endCxn id="8" idx="0"/>
          </p:cNvCxnSpPr>
          <p:nvPr/>
        </p:nvCxnSpPr>
        <p:spPr>
          <a:xfrm>
            <a:off x="8534400" y="801526"/>
            <a:ext cx="1" cy="5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7EC3A872-3F2C-A65A-30D5-C73F9830ED20}"/>
              </a:ext>
            </a:extLst>
          </p:cNvPr>
          <p:cNvSpPr/>
          <p:nvPr/>
        </p:nvSpPr>
        <p:spPr>
          <a:xfrm>
            <a:off x="8083051" y="69954"/>
            <a:ext cx="902698" cy="73157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4140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D43DDE4-6267-69B7-6909-E7BB7E2BD8F6}"/>
              </a:ext>
            </a:extLst>
          </p:cNvPr>
          <p:cNvGrpSpPr/>
          <p:nvPr/>
        </p:nvGrpSpPr>
        <p:grpSpPr>
          <a:xfrm>
            <a:off x="1986115" y="3429000"/>
            <a:ext cx="8215160" cy="3171825"/>
            <a:chOff x="1986115" y="3429000"/>
            <a:chExt cx="8215160" cy="31718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760E1F-3571-A05A-A8A2-C582E7F29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0725" y="3429000"/>
              <a:ext cx="8210550" cy="3171825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6711962-9B8B-E3C1-8413-A45D435BB922}"/>
                </a:ext>
              </a:extLst>
            </p:cNvPr>
            <p:cNvCxnSpPr>
              <a:cxnSpLocks/>
            </p:cNvCxnSpPr>
            <p:nvPr/>
          </p:nvCxnSpPr>
          <p:spPr>
            <a:xfrm>
              <a:off x="9940413" y="3510116"/>
              <a:ext cx="176981" cy="30907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5905567-1C5F-1D0D-DC7E-93B3F73EBDD9}"/>
                </a:ext>
              </a:extLst>
            </p:cNvPr>
            <p:cNvCxnSpPr>
              <a:cxnSpLocks/>
            </p:cNvCxnSpPr>
            <p:nvPr/>
          </p:nvCxnSpPr>
          <p:spPr>
            <a:xfrm>
              <a:off x="1986115" y="3510116"/>
              <a:ext cx="4610" cy="30907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247BA16-DFAB-7AC3-FEC6-8888479963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0360" y="6600825"/>
              <a:ext cx="80870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E3DFDB-5120-62DB-1C93-7DF111DA5B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6115" y="3510116"/>
              <a:ext cx="79542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D78C462-BFD7-77B0-3C24-DA8263D19788}"/>
              </a:ext>
            </a:extLst>
          </p:cNvPr>
          <p:cNvGrpSpPr/>
          <p:nvPr/>
        </p:nvGrpSpPr>
        <p:grpSpPr>
          <a:xfrm>
            <a:off x="2895445" y="306489"/>
            <a:ext cx="5476875" cy="3000375"/>
            <a:chOff x="2895445" y="306489"/>
            <a:chExt cx="5476875" cy="30003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14BDEB-C7F6-AC34-BFFB-DD36EBFCC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5445" y="306489"/>
              <a:ext cx="5476875" cy="30003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424551-D752-7DBA-E743-F3591D737A3E}"/>
                </a:ext>
              </a:extLst>
            </p:cNvPr>
            <p:cNvCxnSpPr/>
            <p:nvPr/>
          </p:nvCxnSpPr>
          <p:spPr>
            <a:xfrm>
              <a:off x="8372320" y="1002890"/>
              <a:ext cx="0" cy="230397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6DC384-BDDB-9DDE-13E2-051D3105179F}"/>
                </a:ext>
              </a:extLst>
            </p:cNvPr>
            <p:cNvCxnSpPr>
              <a:cxnSpLocks/>
            </p:cNvCxnSpPr>
            <p:nvPr/>
          </p:nvCxnSpPr>
          <p:spPr>
            <a:xfrm>
              <a:off x="2895445" y="306489"/>
              <a:ext cx="0" cy="30003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6B49112-ADC5-0E5C-3678-F4619BDFB772}"/>
                </a:ext>
              </a:extLst>
            </p:cNvPr>
            <p:cNvCxnSpPr>
              <a:cxnSpLocks/>
            </p:cNvCxnSpPr>
            <p:nvPr/>
          </p:nvCxnSpPr>
          <p:spPr>
            <a:xfrm>
              <a:off x="2895445" y="3306864"/>
              <a:ext cx="547687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344FA93-030F-38FB-54E2-A4F11EB217A2}"/>
                </a:ext>
              </a:extLst>
            </p:cNvPr>
            <p:cNvCxnSpPr>
              <a:cxnSpLocks/>
            </p:cNvCxnSpPr>
            <p:nvPr/>
          </p:nvCxnSpPr>
          <p:spPr>
            <a:xfrm>
              <a:off x="2895445" y="306489"/>
              <a:ext cx="5476874" cy="6964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171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FCCABE-F269-B6FC-0E44-AB64DD9AAA9F}"/>
              </a:ext>
            </a:extLst>
          </p:cNvPr>
          <p:cNvSpPr/>
          <p:nvPr/>
        </p:nvSpPr>
        <p:spPr>
          <a:xfrm>
            <a:off x="682469" y="675524"/>
            <a:ext cx="4764602" cy="31590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F7DF3-6EEF-ADCB-C21A-421BFE689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6" y="856047"/>
            <a:ext cx="2034125" cy="885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87490-D3FF-215F-FB00-381BBA189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6" y="1828888"/>
            <a:ext cx="2034125" cy="861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FCE233-FA69-BD71-E9C4-A4278E68F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6" y="2770612"/>
            <a:ext cx="2034125" cy="851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F6A2C2-1A7C-3C52-B160-1D2B0C545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214" y="856047"/>
            <a:ext cx="2034125" cy="8628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571B4B-20F8-3BF0-0BD6-BA6CAD68FA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213" y="1809174"/>
            <a:ext cx="2034125" cy="8767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383F1C-2AB3-D65B-4735-5837C5037A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213" y="2776202"/>
            <a:ext cx="2034125" cy="84005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B4D7758-2159-9E08-ABB2-94A9BB3D24C4}"/>
              </a:ext>
            </a:extLst>
          </p:cNvPr>
          <p:cNvSpPr txBox="1"/>
          <p:nvPr/>
        </p:nvSpPr>
        <p:spPr>
          <a:xfrm>
            <a:off x="1720933" y="126975"/>
            <a:ext cx="2687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dataset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2B94E0C-BEF0-FA76-14F2-D6449A17FD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6" y="4374094"/>
            <a:ext cx="4352925" cy="191452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A8E1A15-A039-9A9C-B8C3-4D0CEC74C925}"/>
              </a:ext>
            </a:extLst>
          </p:cNvPr>
          <p:cNvSpPr txBox="1"/>
          <p:nvPr/>
        </p:nvSpPr>
        <p:spPr>
          <a:xfrm>
            <a:off x="2259544" y="3924900"/>
            <a:ext cx="1897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3AE5198-8B2A-403A-58CC-737249850BD7}"/>
              </a:ext>
            </a:extLst>
          </p:cNvPr>
          <p:cNvSpPr/>
          <p:nvPr/>
        </p:nvSpPr>
        <p:spPr>
          <a:xfrm>
            <a:off x="6612469" y="3196230"/>
            <a:ext cx="1897338" cy="15714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FC7C2F1-5EB2-82AF-E4F0-C5A58C9A9976}"/>
              </a:ext>
            </a:extLst>
          </p:cNvPr>
          <p:cNvCxnSpPr>
            <a:stCxn id="29" idx="3"/>
            <a:endCxn id="31" idx="4"/>
          </p:cNvCxnSpPr>
          <p:nvPr/>
        </p:nvCxnSpPr>
        <p:spPr>
          <a:xfrm flipV="1">
            <a:off x="5199651" y="4767716"/>
            <a:ext cx="2361487" cy="56364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8442531-2E26-FA5A-CC14-8FC082A70C08}"/>
              </a:ext>
            </a:extLst>
          </p:cNvPr>
          <p:cNvCxnSpPr>
            <a:stCxn id="26" idx="3"/>
            <a:endCxn id="31" idx="0"/>
          </p:cNvCxnSpPr>
          <p:nvPr/>
        </p:nvCxnSpPr>
        <p:spPr>
          <a:xfrm>
            <a:off x="5447071" y="2255053"/>
            <a:ext cx="2114067" cy="94117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C4873800-7D1D-9ED4-0607-6B5E83BE1F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263" y="3429000"/>
            <a:ext cx="2570351" cy="1090257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8D9090-484D-3495-3B36-34C940B675E8}"/>
              </a:ext>
            </a:extLst>
          </p:cNvPr>
          <p:cNvCxnSpPr>
            <a:stCxn id="31" idx="6"/>
            <a:endCxn id="36" idx="1"/>
          </p:cNvCxnSpPr>
          <p:nvPr/>
        </p:nvCxnSpPr>
        <p:spPr>
          <a:xfrm flipV="1">
            <a:off x="8509807" y="3974129"/>
            <a:ext cx="852456" cy="7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BB8B139D-A9B3-E9AF-CB17-E57495F20DE7}"/>
              </a:ext>
            </a:extLst>
          </p:cNvPr>
          <p:cNvCxnSpPr>
            <a:stCxn id="15" idx="3"/>
            <a:endCxn id="36" idx="0"/>
          </p:cNvCxnSpPr>
          <p:nvPr/>
        </p:nvCxnSpPr>
        <p:spPr>
          <a:xfrm>
            <a:off x="5242339" y="1287451"/>
            <a:ext cx="5405100" cy="2141549"/>
          </a:xfrm>
          <a:prstGeom prst="curvedConnector2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26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43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nima sh</dc:creator>
  <cp:lastModifiedBy>nima sh</cp:lastModifiedBy>
  <cp:revision>4</cp:revision>
  <dcterms:created xsi:type="dcterms:W3CDTF">2026-01-12T05:09:00Z</dcterms:created>
  <dcterms:modified xsi:type="dcterms:W3CDTF">2026-01-15T12:07:16Z</dcterms:modified>
</cp:coreProperties>
</file>